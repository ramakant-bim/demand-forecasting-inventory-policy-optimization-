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26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1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07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99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9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16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5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12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9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79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0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BCEA516-B65D-4F4D-7A3A-FCA39D4A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13" b="77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D19661F-4B4C-74C1-7FC3-31FB14D4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6955" y="-166956"/>
            <a:ext cx="6858002" cy="71919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55000"/>
                </a:schemeClr>
              </a:gs>
              <a:gs pos="25000">
                <a:schemeClr val="bg1">
                  <a:alpha val="38000"/>
                </a:schemeClr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7C3ED-6918-7CD7-B821-7A658E71D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488" y="1124712"/>
            <a:ext cx="4279392" cy="3200400"/>
          </a:xfrm>
        </p:spPr>
        <p:txBody>
          <a:bodyPr anchor="b">
            <a:normAutofit/>
          </a:bodyPr>
          <a:lstStyle/>
          <a:p>
            <a:r>
              <a:rPr lang="en-US" sz="5600"/>
              <a:t>Milestone 3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786254-1C41-0345-7C34-4D880977F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488" y="4873752"/>
            <a:ext cx="4023360" cy="1207008"/>
          </a:xfrm>
        </p:spPr>
        <p:txBody>
          <a:bodyPr anchor="t">
            <a:normAutofit/>
          </a:bodyPr>
          <a:lstStyle/>
          <a:p>
            <a:r>
              <a:rPr lang="en-US" sz="2000"/>
              <a:t>Roll: 41038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65A4AE-FFE9-B2D5-017C-17337DDB3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E701D1-A34F-CF86-7316-8761C7835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381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6DFB507-A35C-45A4-A4B1-88B692EB6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1407B0-5659-48D2-B8DE-DF83D574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438860"/>
            <a:ext cx="11167447" cy="575276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D22E60-9194-4252-8812-A1355DB6E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84065" y="2720883"/>
            <a:ext cx="148286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showing a graph&#10;&#10;AI-generated content may be incorrect.">
            <a:extLst>
              <a:ext uri="{FF2B5EF4-FFF2-40B4-BE49-F238E27FC236}">
                <a16:creationId xmlns:a16="http://schemas.microsoft.com/office/drawing/2014/main" id="{AA28F842-20D5-19C5-45EE-F7A59F5D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6"/>
          <a:stretch>
            <a:fillRect/>
          </a:stretch>
        </p:blipFill>
        <p:spPr>
          <a:xfrm>
            <a:off x="879631" y="714828"/>
            <a:ext cx="10524601" cy="52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9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1AB8564D-1401-840F-CF0A-859A5D6F8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4" r="1" b="1"/>
          <a:stretch>
            <a:fillRect/>
          </a:stretch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1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blue lines&#10;&#10;AI-generated content may be incorrect.">
            <a:extLst>
              <a:ext uri="{FF2B5EF4-FFF2-40B4-BE49-F238E27FC236}">
                <a16:creationId xmlns:a16="http://schemas.microsoft.com/office/drawing/2014/main" id="{059F0CAD-423E-70A2-E356-87F328AA8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600781"/>
            <a:ext cx="5426764" cy="2347075"/>
          </a:xfrm>
          <a:prstGeom prst="rect">
            <a:avLst/>
          </a:prstGeom>
        </p:spPr>
      </p:pic>
      <p:pic>
        <p:nvPicPr>
          <p:cNvPr id="7" name="Picture 6" descr="A graph showing a line&#10;&#10;AI-generated content may be incorrect.">
            <a:extLst>
              <a:ext uri="{FF2B5EF4-FFF2-40B4-BE49-F238E27FC236}">
                <a16:creationId xmlns:a16="http://schemas.microsoft.com/office/drawing/2014/main" id="{4B43424D-2D39-99B3-F2DC-93E9934E8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946373"/>
            <a:ext cx="5426764" cy="21300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showing a graph&#10;&#10;AI-generated content may be incorrect.">
            <a:extLst>
              <a:ext uri="{FF2B5EF4-FFF2-40B4-BE49-F238E27FC236}">
                <a16:creationId xmlns:a16="http://schemas.microsoft.com/office/drawing/2014/main" id="{53A52500-B7C9-A114-F94B-2F2BF6A45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945736"/>
            <a:ext cx="5426764" cy="282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0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blue lines and red dots&#10;&#10;AI-generated content may be incorrect.">
            <a:extLst>
              <a:ext uri="{FF2B5EF4-FFF2-40B4-BE49-F238E27FC236}">
                <a16:creationId xmlns:a16="http://schemas.microsoft.com/office/drawing/2014/main" id="{1245FBA5-82B3-66E2-6E67-78CD85085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343010"/>
            <a:ext cx="5426764" cy="2862618"/>
          </a:xfrm>
          <a:prstGeom prst="rect">
            <a:avLst/>
          </a:prstGeom>
        </p:spPr>
      </p:pic>
      <p:pic>
        <p:nvPicPr>
          <p:cNvPr id="5" name="Picture 4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0A20F13F-CCE5-B6FF-473C-EA6BC1A51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783570"/>
            <a:ext cx="5426764" cy="245561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37871173-8B94-4B13-4CD3-28A3A6AD4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375926"/>
            <a:ext cx="5426764" cy="396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0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B064038B-EB52-5511-1053-D782C25E7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6" y="330200"/>
            <a:ext cx="5601620" cy="2800810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6D3C0D60-9E08-BAC8-6ED4-BB5447979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91" y="3654684"/>
            <a:ext cx="5571374" cy="278568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showing the stock market&#10;&#10;AI-generated content may be incorrect.">
            <a:extLst>
              <a:ext uri="{FF2B5EF4-FFF2-40B4-BE49-F238E27FC236}">
                <a16:creationId xmlns:a16="http://schemas.microsoft.com/office/drawing/2014/main" id="{8873E480-CA0D-8C85-3BE8-5027CBCC1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952840"/>
            <a:ext cx="5626211" cy="295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8898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Calibri</vt:lpstr>
      <vt:lpstr>Neue Haas Grotesk Text Pro</vt:lpstr>
      <vt:lpstr>AccentBoxVTI</vt:lpstr>
      <vt:lpstr>Milestone 3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RAMAKANT PAUL</dc:creator>
  <cp:lastModifiedBy>RAMAKANT PAUL</cp:lastModifiedBy>
  <cp:revision>1</cp:revision>
  <dcterms:created xsi:type="dcterms:W3CDTF">2025-08-03T18:12:52Z</dcterms:created>
  <dcterms:modified xsi:type="dcterms:W3CDTF">2025-08-03T18:39:54Z</dcterms:modified>
</cp:coreProperties>
</file>