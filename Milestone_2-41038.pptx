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282" y="5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CC5320-E7E5-4A59-9754-27924457E4A9}" type="datetimeFigureOut">
              <a:rPr lang="en-US" smtClean="0"/>
              <a:t>8/25/2025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1E22A-E6F2-46C6-AE64-3B586A015A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602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91E22A-E6F2-46C6-AE64-3B586A015A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82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7303B-B022-0986-F6F8-5831C4F0A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573991-4BC5-74C9-A561-A397376749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C8125-283F-8997-E865-41DB06023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8A8D8-C6F4-F0D8-3C55-FB732AC3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96AF4-8FDE-F2BD-D51D-3DBD63F23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616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576CB-1EF2-07E1-F118-B8E43907C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74D1-CDAD-E6DF-2AE3-21B2C063B6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97765-3438-B773-EF2B-C3CBADE14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431F3-3C63-E865-8737-26AAED23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8CC4A-3F75-73F3-489B-FAC419B53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50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F428-1402-8278-3B1C-DB5806E38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AB2537-3ACA-C275-0B21-D1C82F2FA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1D5F1-D466-4844-725E-EEB6DEB3D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DAF017-111D-C409-7B98-3D8D7FA29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E701E-AB0D-9EBE-926E-84C15A994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816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DAC5B-0443-43C1-89EF-4DC7E9A97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EE6C0-5DE8-0ED1-0132-6D87810EFE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E38E0-A00A-4641-90DE-F32938F62F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126193-E360-9C9E-F89E-540E64D2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09AB4D-38B1-E5EF-4E84-F174DE367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8B16B9-5CB3-7C05-6866-B3C7E61B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2977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2D69A-9F06-5798-F32C-CB5E8AA8F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415978-F24F-DC33-614C-558E948AC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6A083C-E470-8E58-0CA7-DCCDDB998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6E8D20-6DF1-D259-73DB-A0426F3874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FDCA8-A62B-204D-0D9E-1D0C9B3BF7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E512A0-819B-85C4-2C2C-45FCE7B9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09D135-CFC5-FD38-F67C-46C885CBE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54F242-1FC1-57BC-E98E-139F686F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87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D0C32-4C48-593D-1FD0-88750D19A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2FC65C-E8E2-78CD-F941-66965AF1D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EE9135-62AC-5B5E-F83B-E3A49B4FC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3B2607-711A-1AD7-7414-1D54CC09C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65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16CEE5-CB8B-6020-276C-E279278A2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6CDD4-C19E-AE8D-D008-4727C215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E50B3-89BA-5E3C-F0EC-2EE550410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434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10011-2263-72BF-F898-8D3D77009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9BF5D-A49E-A160-B3C2-170FAFB54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9CF7C-557F-24B2-C3AA-A021815FE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EBF5BA-34A1-9DA2-FF3A-96D2540D2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10124F-8A79-E79F-C70A-64F3B8B4E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17C852-7919-73C6-3FDC-6D679F26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745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5B74-E755-E7DF-978B-7F5399F9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B1080-0964-420C-5984-75C857F5AC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64C56C-7254-EB7B-7426-EFC962770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8387E-0218-97A3-3C30-EC85AECC3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403BFA-C40A-0DD6-BB90-BBC842A4E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AEC5E8-7A3F-00A9-2337-B2CFFBD28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66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E373-26C1-CD14-D9A5-7D17563E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1D0C4D-C470-DC3C-FE97-CD4F4CD9CF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531BE-BE37-A773-0693-CDA2EEB1E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B4A5CF-7B13-A2FD-5045-15A83EC8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14238-BE93-1D61-78DD-91F8B25BB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979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D142B9-12CE-4B2D-4E39-6952B2CA53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96E60-2F72-6CEB-3E6D-57CCF10B64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E674D5-55BC-95CA-0171-137360AE9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BEEE3-3677-809A-8010-9B4CB84F6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DBAF8-05B2-77E0-994C-770842AC5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820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2CBF83-99A7-C94F-4C0F-410365408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CA5A5D-584F-F470-1639-AB46C70FE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D407D-2144-61AD-6418-7E52E8A35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1B72D4-82F0-4900-A010-D779D086576F}" type="datetimeFigureOut">
              <a:rPr lang="en-US" smtClean="0"/>
              <a:t>8/24/2025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D71EA-0640-3D6B-1B99-5F31A1A73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A45FE-9098-B8BF-5F73-B7A5D8ED6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C224B-22FE-4D1B-8E03-6AECCAFF2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EAA8ABB-E28C-4BD6-B2CD-376882E92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E5FA30-AFFF-528D-7AE4-92CAB9F5A8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63604" y="679731"/>
            <a:ext cx="3090345" cy="3736540"/>
          </a:xfrm>
        </p:spPr>
        <p:txBody>
          <a:bodyPr>
            <a:normAutofit/>
          </a:bodyPr>
          <a:lstStyle/>
          <a:p>
            <a:pPr algn="l"/>
            <a:r>
              <a:rPr lang="en-US" sz="4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encil" panose="040409050D0802020404" pitchFamily="82" charset="0"/>
              </a:rPr>
              <a:t>Summary Set 1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9184" y="1"/>
            <a:ext cx="2446384" cy="5777808"/>
            <a:chOff x="329184" y="1"/>
            <a:chExt cx="524256" cy="577780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8623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3B2F082-AF3C-C4A5-D26D-292E266AECC9}"/>
              </a:ext>
            </a:extLst>
          </p:cNvPr>
          <p:cNvGrpSpPr/>
          <p:nvPr/>
        </p:nvGrpSpPr>
        <p:grpSpPr>
          <a:xfrm>
            <a:off x="1083928" y="904814"/>
            <a:ext cx="6829121" cy="5047735"/>
            <a:chOff x="1083928" y="904814"/>
            <a:chExt cx="6829121" cy="5047735"/>
          </a:xfrm>
        </p:grpSpPr>
        <p:pic>
          <p:nvPicPr>
            <p:cNvPr id="7" name="Picture 6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FF8DF7FE-B8D3-366E-7915-7B06369AE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6" r="3702" b="-3"/>
            <a:stretch>
              <a:fillRect/>
            </a:stretch>
          </p:blipFill>
          <p:spPr>
            <a:xfrm>
              <a:off x="4529769" y="904814"/>
              <a:ext cx="3383280" cy="5047735"/>
            </a:xfrm>
            <a:prstGeom prst="rect">
              <a:avLst/>
            </a:prstGeom>
          </p:spPr>
        </p:pic>
        <p:pic>
          <p:nvPicPr>
            <p:cNvPr id="5" name="Picture 4" descr="A screenshot of a computer screen&#10;&#10;AI-generated content may be incorrect.">
              <a:extLst>
                <a:ext uri="{FF2B5EF4-FFF2-40B4-BE49-F238E27FC236}">
                  <a16:creationId xmlns:a16="http://schemas.microsoft.com/office/drawing/2014/main" id="{67BE58A3-39D2-B76A-1AF9-7ADD24FA4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027" b="1"/>
            <a:stretch>
              <a:fillRect/>
            </a:stretch>
          </p:blipFill>
          <p:spPr>
            <a:xfrm>
              <a:off x="1083928" y="904814"/>
              <a:ext cx="3383280" cy="504773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55070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55F382-DFE6-B608-330E-3C2CACE62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  <a:latin typeface="Stencil" panose="040409050D0802020404" pitchFamily="82" charset="0"/>
              </a:rPr>
              <a:t>TOP customer - Product combinations (based on revenue)</a:t>
            </a:r>
            <a:endParaRPr lang="en-US" sz="6600" b="1" dirty="0">
              <a:solidFill>
                <a:schemeClr val="tx2">
                  <a:lumMod val="90000"/>
                  <a:lumOff val="10000"/>
                </a:schemeClr>
              </a:solidFill>
              <a:latin typeface="Stencil" panose="040409050D0802020404" pitchFamily="82" charset="0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75E7177-8B1F-617E-CB40-EC0C515619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793" y="2674353"/>
            <a:ext cx="5136728" cy="3544342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F9058DC-81CD-0F3A-B59D-7E0E06BD5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81" y="2713736"/>
            <a:ext cx="5772912" cy="3465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8653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000500-3DA0-3B99-4A85-3CAD1186F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 dirty="0">
                <a:solidFill>
                  <a:schemeClr val="tx2">
                    <a:lumMod val="90000"/>
                    <a:lumOff val="10000"/>
                  </a:schemeClr>
                </a:solidFill>
                <a:latin typeface="Stencil" panose="040409050D0802020404" pitchFamily="82" charset="0"/>
              </a:rPr>
              <a:t>Summary Set 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68A1A2-C564-A789-E268-462A23AF1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529" y="858525"/>
            <a:ext cx="6757722" cy="5211906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514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59AB4C8-9178-4F7A-8404-6890510B5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7E329A-2C49-D6FB-108C-FE66CEABE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1"/>
            <a:ext cx="10909640" cy="183265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6600" b="1" kern="1200" dirty="0">
                <a:solidFill>
                  <a:schemeClr val="tx2">
                    <a:lumMod val="90000"/>
                    <a:lumOff val="10000"/>
                  </a:schemeClr>
                </a:solidFill>
                <a:latin typeface="Arial Black" panose="020B0A04020102020204" pitchFamily="34" charset="0"/>
              </a:rPr>
              <a:t>Weekday sales by Product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CFDFB37-4BC7-42C6-915D-A6609139B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2343912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56EF0BD-65E0-2DDD-908A-B5E0E6B4AD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040" y="3200411"/>
            <a:ext cx="11548872" cy="29504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4678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022BDE4A-8A20-4A69-9C5A-581C82036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3F89D-D315-F084-8259-5ECBB328D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684" y="381964"/>
            <a:ext cx="10178934" cy="1562583"/>
          </a:xfrm>
        </p:spPr>
        <p:txBody>
          <a:bodyPr vert="horz" lIns="91440" tIns="45720" rIns="91440" bIns="45720" rtlCol="0" anchor="b">
            <a:noAutofit/>
          </a:bodyPr>
          <a:lstStyle/>
          <a:p>
            <a:pPr algn="ctr"/>
            <a:r>
              <a:rPr lang="en-US" sz="3800" b="1" kern="1200" dirty="0">
                <a:solidFill>
                  <a:schemeClr val="tx2">
                    <a:lumMod val="90000"/>
                    <a:lumOff val="10000"/>
                  </a:schemeClr>
                </a:solidFill>
                <a:latin typeface="Amasis MT Pro Black" panose="02040A04050005020304" pitchFamily="18" charset="0"/>
              </a:rPr>
              <a:t>Top 15 Countries by Quantities &amp; Revenue</a:t>
            </a:r>
          </a:p>
        </p:txBody>
      </p:sp>
      <p:pic>
        <p:nvPicPr>
          <p:cNvPr id="9" name="Picture 8" descr="A graph with numbers and names&#10;&#10;AI-generated content may be incorrect.">
            <a:extLst>
              <a:ext uri="{FF2B5EF4-FFF2-40B4-BE49-F238E27FC236}">
                <a16:creationId xmlns:a16="http://schemas.microsoft.com/office/drawing/2014/main" id="{BA80E819-F127-9D8C-CD36-524F4F258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533"/>
          <a:stretch>
            <a:fillRect/>
          </a:stretch>
        </p:blipFill>
        <p:spPr>
          <a:xfrm>
            <a:off x="198741" y="2410448"/>
            <a:ext cx="5803323" cy="3890357"/>
          </a:xfrm>
          <a:prstGeom prst="rect">
            <a:avLst/>
          </a:prstGeom>
        </p:spPr>
      </p:pic>
      <p:pic>
        <p:nvPicPr>
          <p:cNvPr id="7" name="Picture 6" descr="A graph with blue and white lines&#10;&#10;AI-generated content may be incorrect.">
            <a:extLst>
              <a:ext uri="{FF2B5EF4-FFF2-40B4-BE49-F238E27FC236}">
                <a16:creationId xmlns:a16="http://schemas.microsoft.com/office/drawing/2014/main" id="{306C55F1-DFB4-61D1-98E1-8EEBE4FAA6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1" r="21861"/>
          <a:stretch>
            <a:fillRect/>
          </a:stretch>
        </p:blipFill>
        <p:spPr>
          <a:xfrm>
            <a:off x="6189934" y="2410448"/>
            <a:ext cx="5803323" cy="3890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2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9A17B-7CC8-EF2D-39F3-D15398762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Top 4 Customers Product combinations by Revenue</a:t>
            </a:r>
          </a:p>
        </p:txBody>
      </p:sp>
      <p:pic>
        <p:nvPicPr>
          <p:cNvPr id="4" name="Content Placeholder 4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B702C077-A868-E887-A043-D5BD4D0B34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23" y="1825625"/>
            <a:ext cx="10238772" cy="46672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42218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639456-2B22-685C-3C96-15B0CA377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5508" y="2023110"/>
            <a:ext cx="3306492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400" b="1" kern="1200" dirty="0">
                <a:solidFill>
                  <a:schemeClr val="tx1"/>
                </a:solidFill>
                <a:latin typeface="Stencil" panose="040409050D0802020404" pitchFamily="82" charset="0"/>
              </a:rPr>
              <a:t>Customer Class Distribution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hart with a number of blue bars&#10;&#10;AI-generated content may be incorrect.">
            <a:extLst>
              <a:ext uri="{FF2B5EF4-FFF2-40B4-BE49-F238E27FC236}">
                <a16:creationId xmlns:a16="http://schemas.microsoft.com/office/drawing/2014/main" id="{BD31FBFD-01A3-40D0-6D1B-1E93CECA06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3" b="1"/>
          <a:stretch>
            <a:fillRect/>
          </a:stretch>
        </p:blipFill>
        <p:spPr>
          <a:xfrm>
            <a:off x="545238" y="1126137"/>
            <a:ext cx="7608304" cy="46766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12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38</Words>
  <Application>Microsoft Office PowerPoint</Application>
  <PresentationFormat>Widescreen</PresentationFormat>
  <Paragraphs>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Amasis MT Pro Black</vt:lpstr>
      <vt:lpstr>Aptos</vt:lpstr>
      <vt:lpstr>Aptos Display</vt:lpstr>
      <vt:lpstr>Arial</vt:lpstr>
      <vt:lpstr>Arial Black</vt:lpstr>
      <vt:lpstr>Stencil</vt:lpstr>
      <vt:lpstr>Office Theme</vt:lpstr>
      <vt:lpstr>Summary Set 1</vt:lpstr>
      <vt:lpstr>TOP customer - Product combinations (based on revenue)</vt:lpstr>
      <vt:lpstr>Summary Set 2</vt:lpstr>
      <vt:lpstr>Weekday sales by Product</vt:lpstr>
      <vt:lpstr>Top 15 Countries by Quantities &amp; Revenue</vt:lpstr>
      <vt:lpstr>Top 4 Customers Product combinations by Revenue</vt:lpstr>
      <vt:lpstr>Customer Class Distribution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RAMAKANT PAUL</dc:creator>
  <cp:lastModifiedBy>RAMAKANT PAUL</cp:lastModifiedBy>
  <cp:revision>1</cp:revision>
  <dcterms:created xsi:type="dcterms:W3CDTF">2025-08-24T18:03:40Z</dcterms:created>
  <dcterms:modified xsi:type="dcterms:W3CDTF">2025-08-24T20:45:51Z</dcterms:modified>
</cp:coreProperties>
</file>