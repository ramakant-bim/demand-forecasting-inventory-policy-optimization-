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A92A-6947-2D0E-BEA4-EB8882925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17034-7B98-E412-93E9-DD9ECDB5A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AAEC-7AB0-E65B-1A65-13C6985D5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49189-3CC9-DAE8-9D58-641A6802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54BB-7EC7-79E1-825F-F87D2897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6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5B95-C511-E78A-705B-BF78F8E1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0992F-2CAA-83AE-9D84-7C8BDD8A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35541-28C9-2904-786A-9339720A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9470B-A944-74BF-8876-0BF84B93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8CEBF-00EA-A9EB-9BCD-F49BA510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B994-20F5-D7BD-872D-EA59E98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521F-517A-F080-59F2-985EB79FD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5477B-C636-1FCD-C2E9-EB087528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95199-AB5B-3C5C-A5D6-09DC731C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FB34F-1DEA-C4FC-1871-D6C676BE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4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F501-0AE7-6C37-6C31-50782B5D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8910B-5D65-881A-6897-07941A5D1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51310-92C5-FC84-AEAC-1878EB643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2BE86-26AC-7508-31E9-D0E456AD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5ED28-30C4-CDC9-EF67-FD293741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33AFC-6501-DEFD-C7B2-791410BC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7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24F5-FB7A-BED2-716A-95B2A18E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EA148-2334-8486-4CA1-12574C58F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CF345-338A-C1FC-B078-481009C74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03A0C-3EF3-F61A-AAE3-65EAAC9C9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22B8C-9490-692C-925D-D3A6A29F1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AAD14-3A45-74A9-9560-145152A2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47B69-96B6-EBA2-D03B-BCCFA749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14F29-38C7-39C0-7ABB-2AC8C86B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9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B300-2259-3BB8-51D5-DF2E610F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21B20-B138-6FE7-DC63-93F7534D7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A94B2-410E-EB92-789B-BEEA32FC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04018-4749-A10A-6B2F-6AE85026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1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34ED2-0FF8-0582-8687-623796A3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4B601-45AB-258E-260F-219C4A2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ED0F6-8D73-5B4C-3D68-9239E3E0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5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831C-9243-3C2E-B0E5-FA7DB800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F14F-BABB-710C-C0FF-DD51467E3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13A38-11E7-63A0-1943-937796415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EEC38-D53A-A4AA-390C-243B3DC7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9B87-F415-452E-2C7B-AD6CF7C2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9847C-2EFD-935A-488C-A2794EE0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8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E0AC-7AFD-29B4-07BB-E952A2DF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0355A-B468-0DC1-44C8-03E75B06F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30601-CE6C-EB9A-5BA5-005A58DE8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F2B13-2C78-9511-D38C-78AF7B83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F31A-84CA-1AB9-B930-B22106C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3CF94-43CC-3D44-918A-9092E12B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5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7366-15CB-D450-2028-F00BD0EE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C7E2D-7D15-A9C8-5901-3DA8AD96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4E74-440F-7064-1555-CA77AADA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5DEF-366C-082F-862C-3F292A1C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ECBAA-4908-1E76-9F1E-6CDEE7E82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5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3E688-7B32-E005-D5A0-03B9F6B77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06C3-4D87-8E0D-C168-777EDD8EC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7DBAA-68F9-5514-8F0E-22D7DC2C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96C99-188D-221F-1E94-2E9E4A94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72CA4-558A-1DBC-F9B9-BEBB299F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6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E2F07-4F1E-7FB7-1C4F-8E4871F1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F59C9-A6A0-F491-5CEA-477BE32A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854C-5D10-0943-818D-53921E8EA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D5AE2-A9CD-47C8-83F2-9E5A007D7CF2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D1562-D937-B4A2-FFB1-E6A5FB46E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07F91-14F2-EF1D-AF62-C3868818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B2681-3C4E-434C-85E8-A2B59B077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7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F33B15CB-C221-3A81-F346-E04ACCCF6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63" b="1767"/>
          <a:stretch>
            <a:fillRect/>
          </a:stretch>
        </p:blipFill>
        <p:spPr>
          <a:xfrm>
            <a:off x="-19223" y="-6098"/>
            <a:ext cx="12191997" cy="68579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35031" y="2213145"/>
            <a:ext cx="6864098" cy="2425614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43000">
                <a:schemeClr val="accent2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162550" y="0"/>
            <a:ext cx="7048678" cy="6858000"/>
          </a:xfrm>
          <a:prstGeom prst="rect">
            <a:avLst/>
          </a:prstGeom>
          <a:gradFill flip="none" rotWithShape="1">
            <a:gsLst>
              <a:gs pos="19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86455" y="-60677"/>
            <a:ext cx="6864096" cy="698544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4000">
                <a:schemeClr val="accent2">
                  <a:alpha val="0"/>
                </a:schemeClr>
              </a:gs>
            </a:gsLst>
            <a:lin ang="7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B5855-8EB7-1AE5-9030-5D0AA3C1A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695591" y="-647892"/>
            <a:ext cx="2839273" cy="12192001"/>
          </a:xfrm>
          <a:prstGeom prst="rect">
            <a:avLst/>
          </a:prstGeom>
          <a:gradFill>
            <a:gsLst>
              <a:gs pos="0">
                <a:schemeClr val="accent2"/>
              </a:gs>
              <a:gs pos="53000">
                <a:schemeClr val="accent5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8EA20-A614-5D57-A03F-A6C95C1CB373}"/>
              </a:ext>
            </a:extLst>
          </p:cNvPr>
          <p:cNvSpPr txBox="1"/>
          <p:nvPr/>
        </p:nvSpPr>
        <p:spPr>
          <a:xfrm>
            <a:off x="7731468" y="2138209"/>
            <a:ext cx="3712820" cy="28392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Milestone 1</a:t>
            </a:r>
            <a:endParaRPr lang="en-US" sz="36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022C0-7AA4-627F-F779-A66089DE10FB}"/>
              </a:ext>
            </a:extLst>
          </p:cNvPr>
          <p:cNvSpPr txBox="1"/>
          <p:nvPr/>
        </p:nvSpPr>
        <p:spPr>
          <a:xfrm>
            <a:off x="728133" y="5257800"/>
            <a:ext cx="461433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Presented By:</a:t>
            </a:r>
          </a:p>
          <a:p>
            <a:r>
              <a:rPr lang="en-US"/>
              <a:t>Name: Ramakant Paul</a:t>
            </a:r>
          </a:p>
          <a:p>
            <a:r>
              <a:rPr lang="en-US"/>
              <a:t>Roll No: 41038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94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5A6CC9-47AC-C2C2-E5A4-9779F347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4889" y="643467"/>
            <a:ext cx="790222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73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Rectangle 206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4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F0D800-451F-B058-F539-5DF7F9F2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0829" y="643467"/>
            <a:ext cx="7930342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342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5F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029715-858D-6547-330E-0DC5FA33D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4440" y="643467"/>
            <a:ext cx="750311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10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C8F1DFE-4075-1C31-D915-465DAA10A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43626"/>
            <a:ext cx="10905066" cy="53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371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5AB8B6F-5EDB-71E2-3404-0A1369C3D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0829" y="643467"/>
            <a:ext cx="7930342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419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7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D2EECB9-3F50-79F4-6A7C-2BAA208DC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79830"/>
            <a:ext cx="10905066" cy="449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528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123D787-28CC-690C-F784-08604D08C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8425" y="643467"/>
            <a:ext cx="723514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17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6BAF726-082E-ABA7-DBFE-2D3DB3DFC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4186" y="1123527"/>
            <a:ext cx="9543623" cy="46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535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5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9AE047E-A3A1-09E8-DC86-3F6F054B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29995"/>
            <a:ext cx="10905066" cy="539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667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3DECC52-B4AD-86CA-1A54-F4325260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016254"/>
            <a:ext cx="10905066" cy="482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496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RAMAKANT PAUL</dc:creator>
  <cp:lastModifiedBy>RAMAKANT PAUL</cp:lastModifiedBy>
  <cp:revision>2</cp:revision>
  <dcterms:created xsi:type="dcterms:W3CDTF">2025-07-11T08:29:15Z</dcterms:created>
  <dcterms:modified xsi:type="dcterms:W3CDTF">2025-07-11T09:08:01Z</dcterms:modified>
</cp:coreProperties>
</file>